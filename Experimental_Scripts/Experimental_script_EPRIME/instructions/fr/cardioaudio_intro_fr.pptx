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5853113" cy="32908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 userDrawn="1">
          <p15:clr>
            <a:srgbClr val="A4A3A4"/>
          </p15:clr>
        </p15:guide>
        <p15:guide id="2" pos="36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4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4"/>
    <p:restoredTop sz="94677"/>
  </p:normalViewPr>
  <p:slideViewPr>
    <p:cSldViewPr snapToGrid="0" snapToObjects="1">
      <p:cViewPr varScale="1">
        <p:scale>
          <a:sx n="230" d="100"/>
          <a:sy n="230" d="100"/>
        </p:scale>
        <p:origin x="858" y="168"/>
      </p:cViewPr>
      <p:guideLst>
        <p:guide orient="horz" pos="2073"/>
        <p:guide pos="36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639" y="538578"/>
            <a:ext cx="4389835" cy="1145717"/>
          </a:xfrm>
        </p:spPr>
        <p:txBody>
          <a:bodyPr anchor="b"/>
          <a:lstStyle>
            <a:lvl1pPr algn="ctr"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639" y="1728478"/>
            <a:ext cx="4389835" cy="794536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10" indent="0" algn="ctr">
              <a:buNone/>
              <a:defRPr sz="960"/>
            </a:lvl2pPr>
            <a:lvl3pPr marL="438821" indent="0" algn="ctr">
              <a:buNone/>
              <a:defRPr sz="864"/>
            </a:lvl3pPr>
            <a:lvl4pPr marL="658231" indent="0" algn="ctr">
              <a:buNone/>
              <a:defRPr sz="768"/>
            </a:lvl4pPr>
            <a:lvl5pPr marL="877641" indent="0" algn="ctr">
              <a:buNone/>
              <a:defRPr sz="768"/>
            </a:lvl5pPr>
            <a:lvl6pPr marL="1097051" indent="0" algn="ctr">
              <a:buNone/>
              <a:defRPr sz="768"/>
            </a:lvl6pPr>
            <a:lvl7pPr marL="1316462" indent="0" algn="ctr">
              <a:buNone/>
              <a:defRPr sz="768"/>
            </a:lvl7pPr>
            <a:lvl8pPr marL="1535872" indent="0" algn="ctr">
              <a:buNone/>
              <a:defRPr sz="768"/>
            </a:lvl8pPr>
            <a:lvl9pPr marL="1755282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4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2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353" y="820437"/>
            <a:ext cx="5048310" cy="1368918"/>
          </a:xfrm>
        </p:spPr>
        <p:txBody>
          <a:bodyPr anchor="b"/>
          <a:lstStyle>
            <a:lvl1pPr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353" y="2202305"/>
            <a:ext cx="5048310" cy="719882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1pPr>
            <a:lvl2pPr marL="21941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8821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23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764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05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646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587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528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402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63138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76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175210"/>
            <a:ext cx="5048310" cy="6360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164" y="806725"/>
            <a:ext cx="2476141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164" y="1202088"/>
            <a:ext cx="2476141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3139" y="806725"/>
            <a:ext cx="2488335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63139" y="1202088"/>
            <a:ext cx="2488335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8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4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8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8336" y="473827"/>
            <a:ext cx="2963138" cy="2338663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8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88336" y="473827"/>
            <a:ext cx="2963138" cy="2338663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410" indent="0">
              <a:buNone/>
              <a:defRPr sz="1344"/>
            </a:lvl2pPr>
            <a:lvl3pPr marL="438821" indent="0">
              <a:buNone/>
              <a:defRPr sz="1152"/>
            </a:lvl3pPr>
            <a:lvl4pPr marL="658231" indent="0">
              <a:buNone/>
              <a:defRPr sz="960"/>
            </a:lvl4pPr>
            <a:lvl5pPr marL="877641" indent="0">
              <a:buNone/>
              <a:defRPr sz="960"/>
            </a:lvl5pPr>
            <a:lvl6pPr marL="1097051" indent="0">
              <a:buNone/>
              <a:defRPr sz="960"/>
            </a:lvl6pPr>
            <a:lvl7pPr marL="1316462" indent="0">
              <a:buNone/>
              <a:defRPr sz="960"/>
            </a:lvl7pPr>
            <a:lvl8pPr marL="1535872" indent="0">
              <a:buNone/>
              <a:defRPr sz="960"/>
            </a:lvl8pPr>
            <a:lvl9pPr marL="1755282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6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5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88634" y="175210"/>
            <a:ext cx="1262077" cy="2788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2401" y="175210"/>
            <a:ext cx="3713069" cy="2788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2402" y="175210"/>
            <a:ext cx="5048310" cy="636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402" y="876047"/>
            <a:ext cx="5048310" cy="208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2402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8844" y="3050166"/>
            <a:ext cx="1975426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33761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0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821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05" indent="-109705" algn="l" defTabSz="438821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15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52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793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34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675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16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57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498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1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82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23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64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05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46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587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28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" y="998773"/>
            <a:ext cx="5850467" cy="579375"/>
          </a:xfrm>
        </p:spPr>
        <p:txBody>
          <a:bodyPr>
            <a:noAutofit/>
          </a:bodyPr>
          <a:lstStyle/>
          <a:p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Au cours de la prochaine expérience, vous entendrez des séquences sonores, </a:t>
            </a:r>
          </a:p>
          <a:p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que </a:t>
            </a:r>
            <a:r>
              <a:rPr lang="fr-FR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vous devez simplement écouter passivement</a:t>
            </a:r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.</a:t>
            </a:r>
          </a:p>
          <a:p>
            <a:endParaRPr lang="fr-FR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Vous ne devez rien faire, ne penser à rien de spécifique, </a:t>
            </a:r>
          </a:p>
          <a:p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il suffit de suivre les sons.</a:t>
            </a:r>
          </a:p>
          <a:p>
            <a:endParaRPr lang="fr-FR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fr-FR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Veuillez fixer la croix sur l'écran devant vous pendant toute la durée</a:t>
            </a:r>
            <a:endParaRPr lang="en-US" u="sng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323" y="467851"/>
            <a:ext cx="5850467" cy="270106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“</a:t>
            </a:r>
            <a:r>
              <a:rPr lang="en-US" sz="2112" b="1" dirty="0" err="1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Écouter</a:t>
            </a:r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 les sons”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3405970" y="3086520"/>
            <a:ext cx="244582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960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960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pour </a:t>
            </a:r>
            <a:r>
              <a:rPr lang="en-US" sz="960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aller</a:t>
            </a:r>
            <a:r>
              <a:rPr lang="en-US" sz="960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à la page </a:t>
            </a:r>
            <a:r>
              <a:rPr lang="en-US" sz="960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suivante</a:t>
            </a:r>
            <a:endParaRPr lang="en-US" sz="960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9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50" y="451047"/>
            <a:ext cx="5305680" cy="579113"/>
          </a:xfrm>
        </p:spPr>
        <p:txBody>
          <a:bodyPr>
            <a:noAutofit/>
          </a:bodyPr>
          <a:lstStyle/>
          <a:p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Et veuillez noter</a:t>
            </a:r>
            <a:b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(à cause de l'EEG) :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902190" y="3085869"/>
            <a:ext cx="2948277" cy="204275"/>
          </a:xfrm>
          <a:prstGeom prst="rect">
            <a:avLst/>
          </a:prstGeom>
        </p:spPr>
        <p:txBody>
          <a:bodyPr vert="horz" lIns="43859" tIns="21929" rIns="43859" bIns="2192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1028" name="Picture 4" descr="23.000+ Grafiken, lizenzfreie Vektorgrafiken und Clipart zu Blinzeln -  iStock | Geblendet, Augen zu, Augen zuhalten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9" r="21940"/>
          <a:stretch/>
        </p:blipFill>
        <p:spPr bwMode="auto">
          <a:xfrm>
            <a:off x="1393388" y="1091763"/>
            <a:ext cx="568156" cy="105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nce, people, Silhouette, dancer, Fun, motion, Movement icon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90" y="973724"/>
            <a:ext cx="1286625" cy="12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385212" y="2392572"/>
            <a:ext cx="2584509" cy="579113"/>
          </a:xfrm>
          <a:prstGeom prst="rect">
            <a:avLst/>
          </a:prstGeom>
        </p:spPr>
        <p:txBody>
          <a:bodyPr vert="horz" lIns="91399" tIns="45699" rIns="91399" bIns="45699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Bouger les yeux ou </a:t>
            </a:r>
            <a:b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cligner des yeux </a:t>
            </a:r>
            <a:b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fr-FR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le moins possible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164229" y="2582000"/>
            <a:ext cx="1700344" cy="579113"/>
          </a:xfrm>
          <a:prstGeom prst="rect">
            <a:avLst/>
          </a:prstGeom>
        </p:spPr>
        <p:txBody>
          <a:bodyPr vert="horz" lIns="91399" tIns="45699" rIns="91399" bIns="45699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Bouger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le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moins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possible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4398128" y="3127560"/>
            <a:ext cx="1516301" cy="98068"/>
          </a:xfrm>
          <a:prstGeom prst="rect">
            <a:avLst/>
          </a:prstGeom>
        </p:spPr>
        <p:txBody>
          <a:bodyPr vert="horz" lIns="21056" tIns="10528" rIns="21056" bIns="1052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6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fr-CH" sz="96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</a:t>
            </a:r>
            <a:r>
              <a:rPr lang="fr-CH" sz="96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’ pour commencer</a:t>
            </a:r>
          </a:p>
        </p:txBody>
      </p:sp>
    </p:spTree>
    <p:extLst>
      <p:ext uri="{BB962C8B-B14F-4D97-AF65-F5344CB8AC3E}">
        <p14:creationId xmlns:p14="http://schemas.microsoft.com/office/powerpoint/2010/main" val="388345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101</Words>
  <Application>Microsoft Office PowerPoint</Application>
  <PresentationFormat>Custom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D-DIN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Frederike Petzschner</dc:creator>
  <cp:lastModifiedBy>MOUTHON Michael</cp:lastModifiedBy>
  <cp:revision>50</cp:revision>
  <dcterms:created xsi:type="dcterms:W3CDTF">2016-06-23T20:32:13Z</dcterms:created>
  <dcterms:modified xsi:type="dcterms:W3CDTF">2023-08-10T11:41:40Z</dcterms:modified>
</cp:coreProperties>
</file>